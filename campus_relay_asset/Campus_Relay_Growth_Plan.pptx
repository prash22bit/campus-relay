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C7FF5E"/>
                </a:solidFill>
              </a:defRPr>
            </a:pPr>
            <a:r>
              <a:t>NXTWAVE GROWTH INTERN CHALLENGE · ROUND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Campus Relay: Scalable Engineering Student Acquisition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AA6C2"/>
                </a:solidFill>
              </a:defRPr>
            </a:pPr>
            <a:r>
              <a:t>01 /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105156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81328"/>
            <a:ext cx="22128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C7FF5E"/>
                </a:solidFill>
              </a:defRPr>
            </a:pPr>
            <a:r>
              <a:t>500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Confirmed Registrations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7-Day Campaign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42032" cy="105156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481328"/>
            <a:ext cx="22128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₹2,000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Total Budget Cap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₹4.00 Max Acquisition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42032" cy="105156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481328"/>
            <a:ext cx="22128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 Days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Rapid Sprint Window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Prepare → Seed → Prove →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42032" cy="105156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C7F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481328"/>
            <a:ext cx="22128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C7FF5E"/>
                </a:solidFill>
              </a:defRPr>
            </a:pPr>
            <a:r>
              <a:t>Full-Stack MERN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Deployed Working Asset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Vercel Serverless + MongoDB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5212080" cy="379476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47548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8BB7FF"/>
                </a:solidFill>
              </a:defRPr>
            </a:pPr>
            <a:r>
              <a:t>THE CORE GROWTH THESIS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Shift From 'Theory' to 'Proof-of-Work':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Engineering students ignore generic 'Learn AI' courses. The campaign anchors on a single high-velocity promise: 'Build &amp; Deploy Your First Real AI Project in 60 Minutes'.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Decentralized Trust Over Paid Ad Spend: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With ₹2,000, paid social burns in hours with zero accountability. Campus Relay activates trusted campus peer leaders (Class Reps, Tech Clubs, GDSC) using trackable incentives.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Frictionless In-Browser Execution: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Removes the #1 reason students drop out of AI workshops (setup fatigue). Zero GPU or local installations needed — 100% cloud sandbox.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Attribution-First Infrastructure: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Every registrant gets a personalized referral code (CR-) and campus captains get verified codes (CC-), turning every attendee into a distribution 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606040"/>
            <a:ext cx="5303520" cy="379476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484632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C7FF5E"/>
                </a:solidFill>
              </a:defRPr>
            </a:pPr>
            <a:r>
              <a:t>THE 4-NODE ATTRIBUTION FLYWHEEL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01 · Vetted Campus Connectors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Recruit 25 Class Reps &amp; Club Leads across top colleges. Give each an attributed link (CC-XXXXX) with live progress visibility.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02 · High-Converting Student Funnel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Zero marketing fluff. Frictionless registration page with real-time referral verification and automated calendar confirmations.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03 · Peer Referral Amplification Loop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Immediate post-signup trigger: 'Invite 2 classmates &amp; unlock the AI Developer Starter Pack' with a 1-click WhatsApp share action.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04 · Closed-Loop Real-Time Analytics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Serverless Node.js + MongoDB backend enforces email deduplication, tracks live channel velocity, and exports CRM-ready registration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C7FF5E"/>
                </a:solidFill>
              </a:defRPr>
            </a:pPr>
            <a:r>
              <a:t>01 / UNDERSTAND THE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Targeting the Practical Proof-of-Work Gap in Engineering Campuses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AA6C2"/>
                </a:solidFill>
              </a:defRPr>
            </a:pPr>
            <a:r>
              <a:t>02 /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8BB7FF"/>
                </a:solidFill>
              </a:defRPr>
            </a:pPr>
            <a:r>
              <a:t>AUDIENCE PSYCHOLOGY &amp; FRICTIONS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t>Primary Target Persona: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Final-year &amp; 3rd-year B.E./B.Tech students (Batches 2025/2026 across CSE, IT, AI-DS, ECE). High placement anxiety; active in departmental groups and coding circles.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t>Core Friction #1 — Theory Fatigue: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"I attend 2-hour webinars and leave with zero code. Everyone talks about Generative AI, but no one shows how to build an end-to-end working application."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t>Core Friction #2 — Intimidation &amp; Setup Risk: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Students fear complex ML math, CUDA driver installations, and expensive API subscriptions. They need guaranteed beginner-friendly simplicity.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t>Job-to-be-Done (The Deep Why):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Students don't want to 'learn AI' in the abstract — they want a verified, demonstrable project link they can put on their resume and talk about in technical interviews.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12080" cy="502920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C7FF5E"/>
                </a:solidFill>
              </a:defRPr>
            </a:pPr>
            <a:r>
              <a:t>THE HIGH-CONVERSION VALUE PROPOSITION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The Hook That Cuts Through Noise: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"Build &amp; Deploy Your First Real AI Project in 60 Minutes — Zero ML Background Needed. Leave with a live URL and verifiable certificate."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Deliverable 1 · Working Portfolio App: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Students code a 'Smart AI Document &amp; Code Reviewer' using LLM APIs, prompt pipelines, and real-time streaming UI.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Deliverable 2 · Proof of Competence: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Official Certificate of Participation from NxtWave + full GitHub starter repository for interview discussions.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Deliverable 3 · Zero Environment Friction: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Cloud-based coding sandbox. No local Python/node setup, no GPU required, instant browser access.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Message Testing Experiment: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Variant A: 'Build your first AI project in 60 minutes' vs. Variant B: 'Leave with a small AI project you can explain in an interview.' Both tested across partner channels.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C7FF5E"/>
                </a:solidFill>
              </a:defRPr>
            </a:pPr>
            <a:r>
              <a:t>02 / MARKETING CAMPAIGN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Multi-Channel Distribution Stack &amp; 7-Day Operating Rhythm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AA6C2"/>
                </a:solidFill>
              </a:defRPr>
            </a:pPr>
            <a:r>
              <a:t>03 /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C7FF5E"/>
                </a:solidFill>
              </a:defRPr>
            </a:pPr>
            <a:r>
              <a:t>THE 500 REGISTRATION TARGET STACK</a:t>
            </a:r>
          </a:p>
          <a:p>
            <a:pPr>
              <a:spcBef>
                <a:spcPts val="1200"/>
              </a:spcBef>
              <a:defRPr sz="1100" b="1">
                <a:solidFill>
                  <a:srgbClr val="8BB7FF"/>
                </a:solidFill>
              </a:defRPr>
            </a:pPr>
            <a:r>
              <a:t>Campus Captains (50% · 250 Regs)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25 Student Captains × 10 confirmed registrations each. Class Reps and Placement Coordinators armed with personalized CC- links and outreach kits.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t>Clubs &amp; Placement Cells (20% · 100 Regs)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10 Partner Communities (GDSC, Coding Clubs, IEEE Branches). Reached via live project video preview and syllabus teasers — not generic posters.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t>Peer Referral Loop (20% · 100 Regs)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Net-new verified registrants. Immediate post-registration prompt: 'Invite 2 classmates &amp; unlock the AI Developer Starter Pack' (CR- codes).</a:t>
            </a:r>
          </a:p>
          <a:p>
            <a:pPr>
              <a:spcBef>
                <a:spcPts val="1200"/>
              </a:spcBef>
              <a:defRPr sz="1100" b="1">
                <a:solidFill>
                  <a:srgbClr val="FFFFFF"/>
                </a:solidFill>
              </a:defRPr>
            </a:pPr>
            <a:r>
              <a:t>Owned Social &amp; Direct (10% · 50 Regs)</a:t>
            </a:r>
          </a:p>
          <a:p>
            <a:pPr>
              <a:defRPr sz="1000">
                <a:solidFill>
                  <a:srgbClr val="9AA6C2"/>
                </a:solidFill>
              </a:defRPr>
            </a:pPr>
            <a:r>
              <a:t>Targeted WhatsApp broadcasts to existing college circles, placement coordinator announcements, and alumni community outreach.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303520" cy="502920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C7FF5E"/>
                </a:solidFill>
              </a:defRPr>
            </a:pPr>
            <a:r>
              <a:t>7-DAY EXECUTION CADENCE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Day 1 · Setup &amp; Deploy (Target: 25)</a:t>
            </a:r>
          </a:p>
          <a:p>
            <a:pPr>
              <a:defRPr sz="950">
                <a:solidFill>
                  <a:srgbClr val="9AA6C2"/>
                </a:solidFill>
              </a:defRPr>
            </a:pPr>
            <a:r>
              <a:t>Deploy full-stack portal on Vercel + MongoDB. Onboard initial 25 campus captains; generate unique tracking codes (CC-); deliver outreach copy kits.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Day 2 · Warm Seeding (Target: 150 cumulative)</a:t>
            </a:r>
          </a:p>
          <a:p>
            <a:pPr>
              <a:defRPr sz="950">
                <a:solidFill>
                  <a:srgbClr val="9AA6C2"/>
                </a:solidFill>
              </a:defRPr>
            </a:pPr>
            <a:r>
              <a:t>Captains launch across trusted class WhatsApp groups and departmental forums. Real-time click and conversion tracking via dashboard.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Day 3–4 · Proof &amp; Club Activation (Target: 300 cumulative)</a:t>
            </a:r>
          </a:p>
          <a:p>
            <a:pPr>
              <a:defRPr sz="950">
                <a:solidFill>
                  <a:srgbClr val="9AA6C2"/>
                </a:solidFill>
              </a:defRPr>
            </a:pPr>
            <a:r>
              <a:t>Publish 30-second screen recording of the exact AI app being built live. Activate 10 approved technical clubs; answer beginner setup FAQs.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Day 5–6 · Referral Amplification (Target: 420 cumulative)</a:t>
            </a:r>
          </a:p>
          <a:p>
            <a:pPr>
              <a:defRPr sz="950">
                <a:solidFill>
                  <a:srgbClr val="9AA6C2"/>
                </a:solidFill>
              </a:defRPr>
            </a:pPr>
            <a:r>
              <a:t>Trigger classmate invite reminder to registered students. Deliver exclusive AI prompt toolkit to students who refer 2 friends.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Day 7 · Reconcile &amp; Close (Target: 500 confirmed)</a:t>
            </a:r>
          </a:p>
          <a:p>
            <a:pPr>
              <a:defRPr sz="950">
                <a:solidFill>
                  <a:srgbClr val="9AA6C2"/>
                </a:solidFill>
              </a:defRPr>
            </a:pPr>
            <a:r>
              <a:t>One final permitted reminder. Run server-side email deduplication, reconcile duplicate submissions, and export attendance-ready CRM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C7FF5E"/>
                </a:solidFill>
              </a:defRPr>
            </a:pPr>
            <a:r>
              <a:t>03 / BUILD ONE THING · WORKING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Campus Relay: Full-Stack MERN Acquisition &amp; Attribution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AA6C2"/>
                </a:solidFill>
              </a:defRPr>
            </a:pPr>
            <a:r>
              <a:t>04 /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42316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75488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C7FF5E"/>
                </a:solidFill>
              </a:defRPr>
            </a:pPr>
            <a:r>
              <a:t>1. STUDENT CONVERSION PORTAL (/)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100% Student-Facing Experience: Zero marketing buzzwords or internal plans shown to students. Beautiful dark-mode UI with Lucide React vector icons.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Frictionless Registration: Name, college email, college, branch, and graduation year with instant client &amp; server validation.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Confirmed Pass Generation: Issues a unique pass ID (CR-XXXXX) upon submission with instant calendar and event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12080" cy="242316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75488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8BB7FF"/>
                </a:solidFill>
              </a:defRPr>
            </a:pPr>
            <a:r>
              <a:t>2. UNIFIED SERVERLESS BACKEND (/api)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Unified Vercel Architecture: Vite SPA frontend + Express REST API running serverless on the same domain — zero CORS configuration issues.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Persistent MongoDB Atlas Database: Cached connection across serverless functions storing verified students, captains, and admin credentials.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Automated Deduplication Guard: Server-side email normalization; rejects duplicates with 409 and returns the existing pass 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12080" cy="242316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5488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8BB7FF"/>
                </a:solidFill>
              </a:defRPr>
            </a:pPr>
            <a:r>
              <a:t>3. ATTRIBUTION ENGINE &amp; VIRAL LOOP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Dual-Tier Code Attribution: Auto-resolves Captain codes (CC-) and Peer Referral codes (CR-) via ?ref= query parameter with real-time feedback.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1-Click WhatsApp Amplification: Pre-formatted WhatsApp share link with the student's personal invite code and value hook.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Incentive-Backed Sharing: Unlocks the bonus AI Developer Starter Pack (Prompt Engineering Toolkit + Complete GitHub Source Code) upon referring 2 classmates.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212080" cy="242316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75488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C7FF5E"/>
                </a:solidFill>
              </a:defRPr>
            </a:pPr>
            <a:r>
              <a:t>4. EXECUTIVE GROWTH ANALYTICS (/admin)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JWT-Secured Admin Portal: Secure login (admin / campusrelay2024) protected with JSON Web Tokens and bcrypt encryption.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Live Recharts Visualizations: Interactive charts for 7-day registration velocity, channel attribution mix, and engineering branch distribution.</a:t>
            </a:r>
          </a:p>
          <a:p>
            <a:pPr>
              <a:spcBef>
                <a:spcPts val="400"/>
              </a:spcBef>
              <a:defRPr sz="950">
                <a:solidFill>
                  <a:srgbClr val="9AA6C2"/>
                </a:solidFill>
              </a:defRPr>
            </a:pPr>
            <a:r>
              <a:t>• Searchable Table &amp; 1-Click CSV: Paginated student list with real-time filter by branch/source, and Excel-compatible UTF-8 BOM CSV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C7FF5E"/>
                </a:solidFill>
              </a:defRPr>
            </a:pPr>
            <a:r>
              <a:t>04 / MEASUREMENT, BUDGET &amp; AI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Disciplined Budget Allocation &amp; Strategic 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AA6C2"/>
                </a:solidFill>
              </a:defRPr>
            </a:pPr>
            <a:r>
              <a:t>05 /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C7FF5E"/>
                </a:solidFill>
              </a:defRPr>
            </a:pPr>
            <a:r>
              <a:t>LEAN ₹2,000 BUDGET ALLOCATION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₹1,000 (50%) · Build &amp; Demo Awards:</a:t>
            </a:r>
          </a:p>
          <a:p>
            <a:pPr>
              <a:defRPr sz="950">
                <a:solidFill>
                  <a:srgbClr val="9AA6C2"/>
                </a:solidFill>
              </a:defRPr>
            </a:pPr>
            <a:r>
              <a:t>4 × ₹250 gift awards. Rewarded AFTER workshop attendance + submitted project build. Never paid for raw signups.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₹600 (30%) · Captain Reimbursements:</a:t>
            </a:r>
          </a:p>
          <a:p>
            <a:pPr>
              <a:defRPr sz="950">
                <a:solidFill>
                  <a:srgbClr val="9AA6C2"/>
                </a:solidFill>
              </a:defRPr>
            </a:pPr>
            <a:r>
              <a:t>6 key campus captains × ₹100 data/connectivity reimbursement. Paid against verified placement proof, not per-head commissions.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₹400 (20%) · Contingency &amp; Collateral:</a:t>
            </a:r>
          </a:p>
          <a:p>
            <a:pPr>
              <a:defRPr sz="950">
                <a:solidFill>
                  <a:srgbClr val="9AA6C2"/>
                </a:solidFill>
              </a:defRPr>
            </a:pPr>
            <a:r>
              <a:t>Reserved for essential physical QR printouts for college noticeboards or operational emergency needs.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Target Acquisition Math:</a:t>
            </a:r>
          </a:p>
          <a:p>
            <a:pPr>
              <a:defRPr sz="950">
                <a:solidFill>
                  <a:srgbClr val="9AA6C2"/>
                </a:solidFill>
              </a:defRPr>
            </a:pPr>
            <a:r>
              <a:t>₹2,000 total budget / 500 confirmed registrations = ₹4.00 cost per registration (budget ceiling, not an industry benchmark).</a:t>
            </a:r>
          </a:p>
          <a:p>
            <a:pPr>
              <a:spcBef>
                <a:spcPts val="1400"/>
              </a:spcBef>
              <a:defRPr sz="1100" b="1">
                <a:solidFill>
                  <a:srgbClr val="8BB7FF"/>
                </a:solidFill>
              </a:defRPr>
            </a:pPr>
            <a:r>
              <a:t>CORE MEASUREMENT SCORECARD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• Leading Indicators: Active captains (target 25), verified communities (target 10)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• Funnel Metrics: Unique valid registrations by source, click-to-register conversion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• Quality Guards: Duplicate email rate, server-side deduplication rejection count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• Viral Coefficient: Share button click rate, peer referral conversion ratio (target 0.20)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303520" cy="5029200"/>
          </a:xfrm>
          <a:prstGeom prst="roundRect">
            <a:avLst/>
          </a:prstGeom>
          <a:solidFill>
            <a:srgbClr val="121A30"/>
          </a:solidFill>
          <a:ln w="12700"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8BB7FF"/>
                </a:solidFill>
              </a:defRPr>
            </a:pPr>
            <a:r>
              <a:t>SHOW US HOW YOU THOUGHT (RUBRIC REFLECTIONS)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1. What Changed from First Idea to Final Solution?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Initially planned a static HTML mockup with browser localStorage. Realized this failed real-world testing (no cross-device referral attribution, no centralized deduplication). Pivoted to engineering a complete full-stack MERN application with Vercel Serverless Functions and cloud MongoDB Atlas.</a:t>
            </a:r>
          </a:p>
          <a:p>
            <a:pPr>
              <a:spcBef>
                <a:spcPts val="800"/>
              </a:spcBef>
              <a:defRPr sz="1050" b="1">
                <a:solidFill>
                  <a:srgbClr val="C7FF5E"/>
                </a:solidFill>
              </a:defRPr>
            </a:pPr>
            <a:r>
              <a:t>2. What Did AI Suggest That I Deliberately Rejected &amp; Why?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• Rejected Paid Meta/Google Ads: AI proposed burning ₹2,000 on broad ads. Rejected because student ad fatigue is high and ₹2,000 yields negligible reach. Prioritized high-trust campus captains.</a:t>
            </a:r>
            <a:br/>
            <a:r>
              <a:t>• Rejected Fake Virality (K &gt; 1): AI suggested aggressive viral loop assumptions. Rejected because virality without baseline trust is unrealistic. Enforced a conservative 20% peer loop.</a:t>
            </a:r>
            <a:br/>
            <a:r>
              <a:t>• Rejected Unsolicited Bulk WhatsApp Spam: AI suggested auto-adding students to groups. Rejected to preserve NxtWave brand integrity and prevent group bans.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3. If You Had Another 24 Hours, What Would You Improve?</a:t>
            </a:r>
          </a:p>
          <a:p>
            <a:pPr>
              <a:defRPr sz="900">
                <a:solidFill>
                  <a:srgbClr val="9AA6C2"/>
                </a:solidFill>
              </a:defRPr>
            </a:pPr>
            <a:r>
              <a:t>• WhatsApp Cloud API Webhooks: Automated instant RSVP confirmations and calendar reminders.</a:t>
            </a:r>
            <a:br/>
            <a:r>
              <a:t>• Dynamic QR Certificate Engine: Instant verifiable certificate generation with unique QR codes.</a:t>
            </a:r>
            <a:br/>
            <a:r>
              <a:t>• In-Browser Code Runner: Automated evaluation sandbox to test student builds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